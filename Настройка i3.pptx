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7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82CA30-9E9D-412C-83BF-B884E6BE9311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8E0FAE3-23C9-4C07-B96B-32CAA5B43B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DF922EB-CDE3-42B2-B5B5-4225B8B0377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ED5B75-E95C-47D5-AB3F-DBE7E0E142D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05EE895D-9B86-4C88-B918-EA485D77492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931B508-7684-444C-8E49-2DB74D89184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2081359-43A4-4796-B696-4D3E6142281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1333ED9-2AD6-43F5-B24C-DFD2FB40FCA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C2CF707-745A-407E-ACDE-F9932C8CDDC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0E42785D-3ECB-4C68-81D0-8A7C7B2A38A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45713DC1-338F-44A5-AB35-D767DB2198D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A1525D-C434-4365-8543-C14500772E6C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5186CC-9896-42DE-84CA-2F96902ED7B8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D7E817-7F1E-4E35-B7F3-15FBC4D977FF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BC985C-2A1C-4ED2-B86B-62CD92EB5873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ru-RU" sz="4000" b="1" strike="noStrike" cap="all" spc="-1">
                <a:solidFill>
                  <a:schemeClr val="dk1"/>
                </a:solidFill>
                <a:latin typeface="Calibri"/>
              </a:rPr>
              <a:t>Образец заголовка</a:t>
            </a:r>
            <a:endParaRPr lang="ru-RU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lang="ru-RU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74E1A6-CA2B-4DDF-8177-E39EA0444FBB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4B125-50F1-46F4-89E1-9407D508C3FC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  <a:endParaRPr lang="ru-RU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6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ru-RU" sz="16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  <a:endParaRPr lang="ru-RU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6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ru-RU" sz="16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81267D-9F1F-412C-9233-FA48646D5CD0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11B8AC-AD70-4E57-8C9D-E134C624643E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5468E5-CF6F-4D8A-8EFA-6028C7FD4D31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  <a:endParaRPr lang="ru-RU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>
                <a:solidFill>
                  <a:schemeClr val="dk1"/>
                </a:solidFill>
                <a:latin typeface="Calibri"/>
              </a:rPr>
              <a:t>Второй уровень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chemeClr val="dk1"/>
                </a:solidFill>
                <a:latin typeface="Calibri"/>
              </a:rPr>
              <a:t>Третий уровень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Четвертый уровень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strike="noStrike" spc="-1">
                <a:solidFill>
                  <a:schemeClr val="dk1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DF5505-3FA5-4F85-AC87-E78B2398632A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chemeClr val="dk1"/>
                </a:solidFill>
                <a:latin typeface="Calibri"/>
              </a:rPr>
              <a:t>Образец заголовка</a:t>
            </a:r>
            <a:endParaRPr lang="ru-RU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Седьмой уровень структуры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chemeClr val="dk1"/>
                </a:solidFill>
                <a:latin typeface="Calibri"/>
              </a:rPr>
              <a:t>Образец текста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1617F7-2262-45D8-8402-4DE209D87DB0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polybar/polybar/wiki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2"/>
          <a:stretch/>
        </p:blipFill>
        <p:spPr>
          <a:xfrm>
            <a:off x="5760" y="-15480"/>
            <a:ext cx="9137880" cy="68731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8680" y="6206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Настройка </a:t>
            </a: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i3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Работа с </a:t>
            </a: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i3status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0" y="1268640"/>
            <a:ext cx="9143640" cy="558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apt install i3status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Mkdir ~/.config/i3status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sudo cp /etc/i3status.conf ~/.config/i3status/i3status.conf</a:t>
            </a: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Ls –la ~/.config/i3status/i3status.conf</a:t>
            </a: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Sudo chown hansi:hansi ~/.config/i3status/i3status.conf</a:t>
            </a: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Ls –la ~/.config/i3status/i3status.conf</a:t>
            </a: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ru-RU" sz="2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-29880" y="3936600"/>
            <a:ext cx="8211600" cy="92340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3"/>
          <p:cNvPicPr/>
          <p:nvPr/>
        </p:nvPicPr>
        <p:blipFill>
          <a:blip r:embed="rId3"/>
          <a:stretch/>
        </p:blipFill>
        <p:spPr>
          <a:xfrm>
            <a:off x="-36000" y="6228360"/>
            <a:ext cx="9036000" cy="791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Теперь заходим в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~/.config/i3/config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Листаем вниз и находим бар и пишем следующую команду </a:t>
            </a: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Сохраняем и перезагружаем </a:t>
            </a:r>
            <a:r>
              <a:rPr sz="3200"/>
              <a:t/>
            </a:r>
            <a:br>
              <a:rPr sz="3200"/>
            </a:b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win + Shift + r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Теперь идем в наш конфиг файл </a:t>
            </a:r>
            <a:r>
              <a:rPr sz="3200"/>
              <a:t/>
            </a:r>
            <a:br>
              <a:rPr sz="3200"/>
            </a:b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nano ~/.config/i3status/i3status.conf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1700640"/>
            <a:ext cx="9143640" cy="100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4320"/>
            <a:ext cx="9143640" cy="685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Polybar 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0" y="1484640"/>
            <a:ext cx="9133200" cy="537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 dirty="0">
                <a:solidFill>
                  <a:schemeClr val="dk1"/>
                </a:solidFill>
                <a:latin typeface="Calibri"/>
              </a:rPr>
              <a:t>В случае , если вам не нравится 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i3status </a:t>
            </a:r>
            <a:r>
              <a:rPr lang="ru-RU" sz="3200" b="0" strike="noStrike" spc="-1" dirty="0">
                <a:solidFill>
                  <a:schemeClr val="dk1"/>
                </a:solidFill>
                <a:latin typeface="Calibri"/>
              </a:rPr>
              <a:t>и вы хотите вывести больше информации , предлагается использовать 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ru-RU" sz="32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 dirty="0">
                <a:solidFill>
                  <a:schemeClr val="dk1"/>
                </a:solidFill>
                <a:latin typeface="Calibri"/>
              </a:rPr>
              <a:t>Установка 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: 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sudo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 apt install 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ru-RU" sz="32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Mkdir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 ~/.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32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ru-RU" sz="32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Sudo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cp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/</a:t>
            </a:r>
            <a:r>
              <a:rPr lang="en-US" sz="2800" b="0" strike="noStrike" spc="-1" dirty="0" err="1" smtClean="0">
                <a:solidFill>
                  <a:schemeClr val="dk1"/>
                </a:solidFill>
                <a:latin typeface="Calibri"/>
              </a:rPr>
              <a:t>usr</a:t>
            </a:r>
            <a:r>
              <a:rPr lang="en-US" sz="2800" b="0" strike="noStrike" spc="-1" dirty="0" smtClean="0">
                <a:solidFill>
                  <a:schemeClr val="dk1"/>
                </a:solidFill>
                <a:latin typeface="Calibri"/>
              </a:rPr>
              <a:t>/share/doc/</a:t>
            </a:r>
            <a:r>
              <a:rPr lang="en-US" sz="2800" b="0" strike="noStrike" spc="-1" dirty="0" err="1" smtClean="0">
                <a:solidFill>
                  <a:schemeClr val="dk1"/>
                </a:solidFill>
                <a:latin typeface="Calibri"/>
              </a:rPr>
              <a:t>polybar</a:t>
            </a:r>
            <a:r>
              <a:rPr lang="en-US" sz="2800" b="0" strike="noStrike" spc="-1" dirty="0" smtClean="0">
                <a:solidFill>
                  <a:schemeClr val="dk1"/>
                </a:solidFill>
                <a:latin typeface="Calibri"/>
              </a:rPr>
              <a:t>/examples/config</a:t>
            </a:r>
            <a:r>
              <a:rPr lang="en-US" sz="2800" spc="-1" dirty="0" smtClean="0">
                <a:solidFill>
                  <a:schemeClr val="dk1"/>
                </a:solidFill>
                <a:latin typeface="Calibri"/>
              </a:rPr>
              <a:t>.ini</a:t>
            </a:r>
            <a:r>
              <a:rPr lang="en-US" sz="2800" b="0" strike="noStrike" spc="-1" dirty="0" smtClean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~/.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endParaRPr lang="ru-RU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Ls –la ~/.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endParaRPr lang="ru-RU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Sudo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chown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hansi:hansi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home/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hansi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/.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endParaRPr lang="ru-RU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Ls –la ~/.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config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/</a:t>
            </a: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polybar</a:t>
            </a:r>
            <a:endParaRPr lang="ru-RU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ru-RU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Далее заходим на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Polybar wiki : </a:t>
            </a:r>
            <a:r>
              <a:rPr lang="en-US" sz="32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https://</a:t>
            </a:r>
            <a:r>
              <a:rPr lang="en-US" sz="32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github.com/polybar/polybar/wiki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Копируем следующие текст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: </a:t>
            </a: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2" name="Picture 2"/>
          <p:cNvPicPr/>
          <p:nvPr/>
        </p:nvPicPr>
        <p:blipFill>
          <a:blip r:embed="rId3"/>
          <a:stretch/>
        </p:blipFill>
        <p:spPr>
          <a:xfrm>
            <a:off x="251640" y="2353320"/>
            <a:ext cx="5651640" cy="331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Далее создадим свой собственный файл </a:t>
            </a:r>
            <a:r>
              <a:rPr sz="3200"/>
              <a:t/>
            </a:r>
            <a:br>
              <a:rPr sz="3200"/>
            </a:b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nano .config/polybar/launch.sh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Вставляем выделенный текст в файл </a:t>
            </a:r>
            <a:r>
              <a:rPr sz="3200"/>
              <a:t/>
            </a:r>
            <a:br>
              <a:rPr sz="3200"/>
            </a:b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В конечном итоге должны получить вот это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: </a:t>
            </a: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4" name="Picture 2"/>
          <p:cNvPicPr/>
          <p:nvPr/>
        </p:nvPicPr>
        <p:blipFill>
          <a:blip r:embed="rId2"/>
          <a:stretch/>
        </p:blipFill>
        <p:spPr>
          <a:xfrm>
            <a:off x="1260000" y="2160000"/>
            <a:ext cx="7020000" cy="3816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7560" y="0"/>
            <a:ext cx="913608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chmod +x .config/polybar/launch.sh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Далее возвращаемся в конфиг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i3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Nano ~/.config/i3/config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Далее напишем следующую команду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: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Выходим и сохраняем </a:t>
            </a: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Picture 2"/>
          <p:cNvPicPr/>
          <p:nvPr/>
        </p:nvPicPr>
        <p:blipFill>
          <a:blip r:embed="rId2"/>
          <a:stretch/>
        </p:blipFill>
        <p:spPr>
          <a:xfrm>
            <a:off x="24120" y="1917000"/>
            <a:ext cx="9119520" cy="100764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3"/>
          <p:cNvPicPr/>
          <p:nvPr/>
        </p:nvPicPr>
        <p:blipFill>
          <a:blip r:embed="rId3"/>
          <a:stretch/>
        </p:blipFill>
        <p:spPr>
          <a:xfrm>
            <a:off x="24120" y="4221000"/>
            <a:ext cx="9119520" cy="575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Перейдем в настройки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polybar </a:t>
            </a:r>
            <a:r>
              <a:rPr sz="3200"/>
              <a:t/>
            </a:r>
            <a:br>
              <a:rPr sz="3200"/>
            </a:b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nano ~/.config/polybar/config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Попадаем в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Polybar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Picture 2"/>
          <p:cNvPicPr/>
          <p:nvPr/>
        </p:nvPicPr>
        <p:blipFill>
          <a:blip r:embed="rId2"/>
          <a:stretch/>
        </p:blipFill>
        <p:spPr>
          <a:xfrm>
            <a:off x="4320" y="1155600"/>
            <a:ext cx="7072200" cy="64764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3"/>
          <p:cNvPicPr/>
          <p:nvPr/>
        </p:nvPicPr>
        <p:blipFill>
          <a:blip r:embed="rId3"/>
          <a:stretch/>
        </p:blipFill>
        <p:spPr>
          <a:xfrm>
            <a:off x="1547640" y="2756520"/>
            <a:ext cx="4692600" cy="4076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2" name="Picture 2"/>
          <p:cNvPicPr/>
          <p:nvPr/>
        </p:nvPicPr>
        <p:blipFill>
          <a:blip r:embed="rId2"/>
          <a:stretch/>
        </p:blipFill>
        <p:spPr>
          <a:xfrm>
            <a:off x="-34560" y="0"/>
            <a:ext cx="4534200" cy="68576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3"/>
          <p:cNvPicPr/>
          <p:nvPr/>
        </p:nvPicPr>
        <p:blipFill>
          <a:blip r:embed="rId3"/>
          <a:stretch/>
        </p:blipFill>
        <p:spPr>
          <a:xfrm>
            <a:off x="4500000" y="0"/>
            <a:ext cx="466884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Picture 2"/>
          <p:cNvPicPr/>
          <p:nvPr/>
        </p:nvPicPr>
        <p:blipFill>
          <a:blip r:embed="rId2"/>
          <a:stretch/>
        </p:blipFill>
        <p:spPr>
          <a:xfrm>
            <a:off x="-360" y="-118800"/>
            <a:ext cx="4644000" cy="697644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3"/>
          <p:cNvPicPr/>
          <p:nvPr/>
        </p:nvPicPr>
        <p:blipFill>
          <a:blip r:embed="rId3"/>
          <a:stretch/>
        </p:blipFill>
        <p:spPr>
          <a:xfrm>
            <a:off x="4644000" y="-23760"/>
            <a:ext cx="4499640" cy="6881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Picture 2"/>
          <p:cNvPicPr/>
          <p:nvPr/>
        </p:nvPicPr>
        <p:blipFill>
          <a:blip r:embed="rId2"/>
          <a:stretch/>
        </p:blipFill>
        <p:spPr>
          <a:xfrm>
            <a:off x="-26280" y="0"/>
            <a:ext cx="529560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Настройка меню </a:t>
            </a: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rofi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0" y="1268640"/>
            <a:ext cx="9143640" cy="558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apt install rofi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Переходим в конфиг файл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i3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~/.confug/i3/config </a:t>
            </a:r>
            <a:r>
              <a:rPr sz="3200"/>
              <a:t/>
            </a:r>
            <a:br>
              <a:rPr sz="3200"/>
            </a:b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необходимо закомментировать строчку с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d_menu </a:t>
            </a: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и добавить строчку с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rofi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Bindsym $mos + d exec rofi –show run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3" name="Picture 2"/>
          <p:cNvPicPr/>
          <p:nvPr/>
        </p:nvPicPr>
        <p:blipFill>
          <a:blip r:embed="rId2"/>
          <a:stretch/>
        </p:blipFill>
        <p:spPr>
          <a:xfrm>
            <a:off x="107640" y="4653000"/>
            <a:ext cx="7331400" cy="143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2"/>
          <p:cNvPicPr/>
          <p:nvPr/>
        </p:nvPicPr>
        <p:blipFill>
          <a:blip r:embed="rId2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Thunar</a:t>
            </a: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0" y="1124640"/>
            <a:ext cx="9143640" cy="573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apt-get install meteria-gtk-theme papirus-icon-theme lxappearance –y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После этого зайдем в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rofi mod + d</a:t>
            </a: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 и запустим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lxappearance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Тут можно настроить всё самостоятельно под себя </a:t>
            </a: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1" name="Picture 2"/>
          <p:cNvPicPr/>
          <p:nvPr/>
        </p:nvPicPr>
        <p:blipFill>
          <a:blip r:embed="rId2"/>
          <a:stretch/>
        </p:blipFill>
        <p:spPr>
          <a:xfrm>
            <a:off x="36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764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Работа с окнами 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0" y="1052640"/>
            <a:ext cx="9143640" cy="58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apt-get install i3-gaps –y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Sudo apt install kitty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Далее переходим в конфиг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i3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Nano ~/.config/i3/config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И выполняем следующее действие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: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Меняем терминал на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kitty </a:t>
            </a: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4" name="Picture 2"/>
          <p:cNvPicPr/>
          <p:nvPr/>
        </p:nvPicPr>
        <p:blipFill>
          <a:blip r:embed="rId2"/>
          <a:stretch/>
        </p:blipFill>
        <p:spPr>
          <a:xfrm>
            <a:off x="971640" y="4005000"/>
            <a:ext cx="5075640" cy="107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Работа с конфигом </a:t>
            </a: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kitty . </a:t>
            </a: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Для того , чтобы наш терминал стал прозрачным , необходимо создать файл со следующим кодом </a:t>
            </a: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strike="noStrike" spc="-1">
                <a:solidFill>
                  <a:schemeClr val="dk1"/>
                </a:solidFill>
                <a:latin typeface="Calibri"/>
              </a:rPr>
              <a:t>Добавляем разделение окон </a:t>
            </a: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/>
              <a:t/>
            </a:r>
            <a:br>
              <a:rPr sz="3200"/>
            </a:br>
            <a:endParaRPr lang="ru-RU" sz="32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6" name="Picture 2"/>
          <p:cNvPicPr/>
          <p:nvPr/>
        </p:nvPicPr>
        <p:blipFill>
          <a:blip r:embed="rId2"/>
          <a:stretch/>
        </p:blipFill>
        <p:spPr>
          <a:xfrm>
            <a:off x="288000" y="2160000"/>
            <a:ext cx="8532000" cy="84384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2"/>
          <p:cNvPicPr/>
          <p:nvPr/>
        </p:nvPicPr>
        <p:blipFill>
          <a:blip r:embed="rId3"/>
          <a:stretch/>
        </p:blipFill>
        <p:spPr>
          <a:xfrm>
            <a:off x="1188000" y="4428000"/>
            <a:ext cx="3672000" cy="223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9" name="Picture 2"/>
          <p:cNvPicPr/>
          <p:nvPr/>
        </p:nvPicPr>
        <p:blipFill>
          <a:blip r:embed="rId2"/>
          <a:stretch/>
        </p:blipFill>
        <p:spPr>
          <a:xfrm>
            <a:off x="-16920" y="0"/>
            <a:ext cx="916056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chemeClr val="dk1"/>
                </a:solidFill>
                <a:latin typeface="Calibri"/>
              </a:rPr>
              <a:t>Создание лока системы </a:t>
            </a:r>
          </a:p>
        </p:txBody>
      </p:sp>
      <p:pic>
        <p:nvPicPr>
          <p:cNvPr id="121" name="Picture 2"/>
          <p:cNvPicPr/>
          <p:nvPr/>
        </p:nvPicPr>
        <p:blipFill>
          <a:blip r:embed="rId2"/>
          <a:stretch/>
        </p:blipFill>
        <p:spPr>
          <a:xfrm>
            <a:off x="0" y="1223640"/>
            <a:ext cx="9143640" cy="5607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242</Words>
  <Application>Microsoft Office PowerPoint</Application>
  <PresentationFormat>Экран (4:3)</PresentationFormat>
  <Paragraphs>70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Настройка i3</vt:lpstr>
      <vt:lpstr>Работа с i3status</vt:lpstr>
      <vt:lpstr>Презентация PowerPoint</vt:lpstr>
      <vt:lpstr>Презентация PowerPoint</vt:lpstr>
      <vt:lpstr>Презентация PowerPoint</vt:lpstr>
      <vt:lpstr>Polybar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Настройка меню rofi</vt:lpstr>
      <vt:lpstr>Презентация PowerPoint</vt:lpstr>
      <vt:lpstr>Thunar</vt:lpstr>
      <vt:lpstr>Презентация PowerPoint</vt:lpstr>
      <vt:lpstr>Работа с окнами </vt:lpstr>
      <vt:lpstr>Презентация PowerPoint</vt:lpstr>
      <vt:lpstr>Презентация PowerPoint</vt:lpstr>
      <vt:lpstr>Создание лока системы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i3</dc:title>
  <dc:subject/>
  <dc:creator>Никита Вологжанин</dc:creator>
  <dc:description/>
  <cp:lastModifiedBy>Вологжанин Никита Андреевич</cp:lastModifiedBy>
  <cp:revision>10</cp:revision>
  <dcterms:created xsi:type="dcterms:W3CDTF">2026-03-08T17:09:24Z</dcterms:created>
  <dcterms:modified xsi:type="dcterms:W3CDTF">2026-03-12T08:47:17Z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22</vt:i4>
  </property>
</Properties>
</file>
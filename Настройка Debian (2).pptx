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debian.org/CD/netins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3wm.org/" TargetMode="External"/><Relationship Id="rId2" Type="http://schemas.openxmlformats.org/officeDocument/2006/relationships/hyperlink" Target="https://i3wm.org/docs/refcar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.archlinux.org/title/I3_(&#1056;&#1091;&#1089;&#1089;&#1082;&#1080;&#1081;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06" y="0"/>
            <a:ext cx="915550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30368"/>
            <a:ext cx="7772400" cy="147002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Установка и настройка </a:t>
            </a:r>
            <a:r>
              <a:rPr lang="en-US" dirty="0" err="1" smtClean="0">
                <a:solidFill>
                  <a:schemeClr val="bg1"/>
                </a:solidFill>
              </a:rPr>
              <a:t>Debian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netinst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03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1. Установка </a:t>
            </a:r>
            <a:r>
              <a:rPr lang="en-US" dirty="0" err="1" smtClean="0"/>
              <a:t>iso</a:t>
            </a:r>
            <a:r>
              <a:rPr lang="ru-RU" dirty="0" smtClean="0"/>
              <a:t>-образа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 smtClean="0"/>
              <a:t>Переходим по следующей ссылке 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www.debian.org/CD/netinst/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Выбираем </a:t>
            </a:r>
            <a:r>
              <a:rPr lang="en-US" dirty="0" smtClean="0"/>
              <a:t>CD </a:t>
            </a:r>
            <a:r>
              <a:rPr lang="ru-RU" dirty="0" smtClean="0"/>
              <a:t>образ </a:t>
            </a:r>
            <a:r>
              <a:rPr lang="en-US" dirty="0" err="1" smtClean="0"/>
              <a:t>netinst</a:t>
            </a:r>
            <a:r>
              <a:rPr lang="en-US" dirty="0" smtClean="0"/>
              <a:t> : amd64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872"/>
            <a:ext cx="9144000" cy="458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29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-6771"/>
            <a:ext cx="8229600" cy="5554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2.Работа с </a:t>
            </a:r>
            <a:r>
              <a:rPr lang="en-US" dirty="0" smtClean="0"/>
              <a:t>Virtual 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 smtClean="0"/>
              <a:t>Создаем новую среду </a:t>
            </a:r>
            <a:r>
              <a:rPr lang="en-US" dirty="0" smtClean="0"/>
              <a:t>: </a:t>
            </a:r>
            <a:r>
              <a:rPr lang="ru-RU" dirty="0" smtClean="0"/>
              <a:t>Создать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ru-RU" dirty="0" smtClean="0"/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2.Указываем объем оперативной памяти ( не менее 700 МБ) </a:t>
            </a:r>
            <a:br>
              <a:rPr lang="ru-RU" dirty="0" smtClean="0"/>
            </a:br>
            <a:r>
              <a:rPr lang="ru-RU" dirty="0" smtClean="0"/>
              <a:t>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340768"/>
            <a:ext cx="4032448" cy="232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49080"/>
            <a:ext cx="3312368" cy="257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978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0" y="836613"/>
            <a:ext cx="9144000" cy="602138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3. Создаем новый виртуальный жесткий диск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4.Необходимо выбрать формат </a:t>
            </a:r>
            <a:r>
              <a:rPr lang="en-US" dirty="0" smtClean="0"/>
              <a:t>VDI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12776"/>
            <a:ext cx="403244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365104"/>
            <a:ext cx="4032448" cy="2492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425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5. </a:t>
            </a:r>
            <a:r>
              <a:rPr lang="ru-RU" dirty="0" smtClean="0"/>
              <a:t>Выбираем формат хранения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6.Создаем виртуальный жесткий диск ( не менее 8 Гб) 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76672"/>
            <a:ext cx="360040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841" y="3573016"/>
            <a:ext cx="3839319" cy="314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565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7. При первом запуске Вас попросят выбрать </a:t>
            </a:r>
            <a:r>
              <a:rPr lang="en-US" dirty="0" err="1" smtClean="0"/>
              <a:t>iso</a:t>
            </a:r>
            <a:r>
              <a:rPr lang="en-US" dirty="0" smtClean="0"/>
              <a:t>-</a:t>
            </a:r>
            <a:r>
              <a:rPr lang="ru-RU" dirty="0" smtClean="0"/>
              <a:t>образ Вашей системы , нужно выбрать </a:t>
            </a:r>
            <a:r>
              <a:rPr lang="en-US" dirty="0" smtClean="0"/>
              <a:t>: debian-13.3.0-amd64-netinst.iso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8.</a:t>
            </a:r>
            <a:r>
              <a:rPr lang="ru-RU" dirty="0" smtClean="0"/>
              <a:t>На приветственном экране необходимо выбрать </a:t>
            </a:r>
            <a:r>
              <a:rPr lang="en-US" dirty="0" smtClean="0"/>
              <a:t>: graphical install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556792"/>
            <a:ext cx="2847825" cy="239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883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9. </a:t>
            </a:r>
            <a:r>
              <a:rPr lang="ru-RU" dirty="0" smtClean="0"/>
              <a:t>Выбор языка установки </a:t>
            </a:r>
            <a:r>
              <a:rPr lang="en-US" dirty="0" smtClean="0"/>
              <a:t>: </a:t>
            </a:r>
            <a:r>
              <a:rPr lang="ru-RU" dirty="0" smtClean="0"/>
              <a:t>Русский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10. Выбор местонахождения </a:t>
            </a:r>
            <a:r>
              <a:rPr lang="en-US" dirty="0" smtClean="0"/>
              <a:t>: </a:t>
            </a:r>
            <a:r>
              <a:rPr lang="ru-RU" dirty="0" smtClean="0"/>
              <a:t>Российская Федерация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620688"/>
            <a:ext cx="333053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05064"/>
            <a:ext cx="4020153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12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11. Настройка клавиатуры </a:t>
            </a:r>
            <a:r>
              <a:rPr lang="en-US" dirty="0" smtClean="0"/>
              <a:t>: </a:t>
            </a:r>
            <a:r>
              <a:rPr lang="ru-RU" dirty="0" smtClean="0"/>
              <a:t>Английская американская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12. Выберите имя вашего компьютера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980728"/>
            <a:ext cx="4032448" cy="277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1" y="4450210"/>
            <a:ext cx="3528392" cy="240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40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13. Пропускаем настройку сети домена</a:t>
            </a:r>
            <a:r>
              <a:rPr lang="en-US" dirty="0" smtClean="0"/>
              <a:t> (</a:t>
            </a:r>
            <a:r>
              <a:rPr lang="ru-RU" dirty="0" smtClean="0"/>
              <a:t>ничего не вводим)  </a:t>
            </a:r>
            <a:r>
              <a:rPr lang="en-US" dirty="0" smtClean="0"/>
              <a:t>: 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14.Создаем пароль для </a:t>
            </a:r>
            <a:r>
              <a:rPr lang="ru-RU" dirty="0" err="1" smtClean="0"/>
              <a:t>суперпользователя</a:t>
            </a:r>
            <a:r>
              <a:rPr lang="ru-RU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564" y="548680"/>
            <a:ext cx="3292451" cy="27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565" y="3861048"/>
            <a:ext cx="329245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5880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15. </a:t>
            </a:r>
            <a:r>
              <a:rPr lang="ru-RU" dirty="0" smtClean="0"/>
              <a:t>Вводим новое имя пользователя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16. Настройка учетной записи 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3" y="476672"/>
            <a:ext cx="432048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3" y="3977834"/>
            <a:ext cx="4320479" cy="288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58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17.Пароль для пользователя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18.Выбор часового пояса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76672"/>
            <a:ext cx="3161928" cy="26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293096"/>
            <a:ext cx="3161927" cy="256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6325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19.Разметка дисков </a:t>
            </a:r>
            <a:r>
              <a:rPr lang="en-US" dirty="0" smtClean="0"/>
              <a:t>: </a:t>
            </a:r>
            <a:r>
              <a:rPr lang="ru-RU" dirty="0" smtClean="0"/>
              <a:t>Авто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20. Выбор диска для разметки </a:t>
            </a:r>
            <a:br>
              <a:rPr lang="ru-RU" dirty="0" smtClean="0"/>
            </a:b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76672"/>
            <a:ext cx="3744416" cy="271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005064"/>
            <a:ext cx="3744415" cy="285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315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21. Разметка диска ( выбирается под Ваши нужды , рекомендуется выбрать все файлы в одном разделе)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22. Заканчиваем разметку дисков , если Вас всё </a:t>
            </a:r>
            <a:r>
              <a:rPr lang="ru-RU" dirty="0" err="1" smtClean="0"/>
              <a:t>устраеивает</a:t>
            </a:r>
            <a:r>
              <a:rPr lang="ru-RU" dirty="0" smtClean="0"/>
              <a:t>  </a:t>
            </a:r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80728"/>
            <a:ext cx="3055479" cy="25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868" y="4423077"/>
            <a:ext cx="2893404" cy="243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20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23. Записываем изменения на диск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24.Настройка менеджера пакетов  </a:t>
            </a:r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6672"/>
            <a:ext cx="3103548" cy="2619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501008"/>
            <a:ext cx="381642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634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25. Продолжаем настойку менеджера пакетов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26. На данном этапе необходимо выбрать зеркало , с которого мы будем скачивать обновления.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48680"/>
            <a:ext cx="3498156" cy="293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437112"/>
            <a:ext cx="3498156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742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27. Заполнение прокси , если у Вас он есть и он Вам нужен , то заполняйте , если нет , то оставляйте строчку пустой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28.</a:t>
            </a:r>
            <a:r>
              <a:rPr lang="en-US" dirty="0" smtClean="0"/>
              <a:t>popularity-contest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954712"/>
            <a:ext cx="3744416" cy="2585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692" y="3789040"/>
            <a:ext cx="3770747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285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29. </a:t>
            </a:r>
            <a:r>
              <a:rPr lang="ru-RU" dirty="0" smtClean="0"/>
              <a:t>Выбор программного обеспечения </a:t>
            </a:r>
            <a:r>
              <a:rPr lang="en-US" dirty="0" smtClean="0"/>
              <a:t>( </a:t>
            </a:r>
            <a:r>
              <a:rPr lang="ru-RU" dirty="0" smtClean="0"/>
              <a:t>Выбираем только </a:t>
            </a:r>
            <a:r>
              <a:rPr lang="en-US" dirty="0" smtClean="0"/>
              <a:t>SSH-</a:t>
            </a:r>
            <a:r>
              <a:rPr lang="ru-RU" dirty="0" smtClean="0"/>
              <a:t>сервер и Стандартные системные утилиты 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30. Установка системного загрузчика </a:t>
            </a:r>
            <a:r>
              <a:rPr lang="en-US" dirty="0" smtClean="0"/>
              <a:t>GRUB </a:t>
            </a:r>
            <a:br>
              <a:rPr lang="en-US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980728"/>
            <a:ext cx="3712419" cy="31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4437112"/>
            <a:ext cx="3712418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90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31. </a:t>
            </a:r>
            <a:r>
              <a:rPr lang="ru-RU" dirty="0" smtClean="0"/>
              <a:t>Устройство для установки системного загрузчика.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32.Заверешение установки  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76672"/>
            <a:ext cx="2998862" cy="2524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429000"/>
            <a:ext cx="367240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6073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33. После нажатия кнопки </a:t>
            </a:r>
            <a:r>
              <a:rPr lang="en-US" dirty="0" smtClean="0"/>
              <a:t>&lt;&lt;</a:t>
            </a:r>
            <a:r>
              <a:rPr lang="ru-RU" dirty="0" smtClean="0"/>
              <a:t>Продолжить</a:t>
            </a:r>
            <a:r>
              <a:rPr lang="en-US" dirty="0" smtClean="0"/>
              <a:t>&gt;&gt; </a:t>
            </a:r>
            <a:r>
              <a:rPr lang="ru-RU" dirty="0" smtClean="0"/>
              <a:t>Ваша система перезагрузится и Вы попадете в консоль . Необходимо зайти под </a:t>
            </a:r>
            <a:r>
              <a:rPr lang="en-US" dirty="0" smtClean="0"/>
              <a:t>root . </a:t>
            </a:r>
            <a:r>
              <a:rPr lang="ru-RU" dirty="0" smtClean="0"/>
              <a:t>На этом этап установки заканчивается , далее займемся настройкой нашей системы . 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9838"/>
            <a:ext cx="9144000" cy="42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00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Настройка </a:t>
            </a:r>
            <a:r>
              <a:rPr lang="en-US" dirty="0" err="1" smtClean="0"/>
              <a:t>Debian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Вам будет необходимо определиться в виртуальном окружении . Существует огромное количество окружений и каждый выбирает его под себя . Рекомендую не ставить </a:t>
            </a:r>
            <a:r>
              <a:rPr lang="en-US" dirty="0" smtClean="0"/>
              <a:t>GNOME 3 </a:t>
            </a:r>
            <a:r>
              <a:rPr lang="ru-RU" dirty="0" smtClean="0"/>
              <a:t>и </a:t>
            </a:r>
            <a:r>
              <a:rPr lang="en-US" dirty="0" smtClean="0"/>
              <a:t>KDE </a:t>
            </a:r>
            <a:r>
              <a:rPr lang="ru-RU" dirty="0" smtClean="0"/>
              <a:t>, почитать про окружения можно тут </a:t>
            </a:r>
            <a:r>
              <a:rPr lang="en-US" dirty="0"/>
              <a:t>: https://habr.com/ru/companies/ultravds/articles/959984</a:t>
            </a:r>
            <a:r>
              <a:rPr lang="en-US" dirty="0" smtClean="0"/>
              <a:t>/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качестве демонстрации установки графической подсистемы я поставлю Х11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642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1.</a:t>
            </a:r>
            <a:r>
              <a:rPr lang="ru-RU" sz="2400" dirty="0" smtClean="0"/>
              <a:t>Начнем с того , что проверим всё-ли мы установили , для этого воспользуемся командой </a:t>
            </a:r>
            <a:r>
              <a:rPr lang="en-US" sz="2400" dirty="0" smtClean="0"/>
              <a:t>: </a:t>
            </a:r>
            <a:br>
              <a:rPr lang="en-US" sz="2400" dirty="0" smtClean="0"/>
            </a:br>
            <a:r>
              <a:rPr lang="en-US" sz="2400" dirty="0">
                <a:solidFill>
                  <a:srgbClr val="C00000"/>
                </a:solidFill>
              </a:rPr>
              <a:t>apt</a:t>
            </a:r>
            <a:r>
              <a:rPr lang="en-US" sz="2400" dirty="0">
                <a:solidFill>
                  <a:srgbClr val="C00000"/>
                </a:solidFill>
              </a:rPr>
              <a:t> update </a:t>
            </a:r>
            <a:r>
              <a:rPr lang="en-US" sz="2400" dirty="0">
                <a:solidFill>
                  <a:srgbClr val="C00000"/>
                </a:solidFill>
              </a:rPr>
              <a:t>&amp;&amp;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apt</a:t>
            </a:r>
            <a:r>
              <a:rPr lang="en-US" sz="2400" dirty="0">
                <a:solidFill>
                  <a:srgbClr val="C00000"/>
                </a:solidFill>
              </a:rPr>
              <a:t> upgrade </a:t>
            </a:r>
            <a:r>
              <a:rPr lang="en-US" sz="2400" dirty="0" smtClean="0">
                <a:solidFill>
                  <a:srgbClr val="C00000"/>
                </a:solidFill>
              </a:rPr>
              <a:t>–y</a:t>
            </a:r>
          </a:p>
          <a:p>
            <a:pPr marL="514350" indent="-514350">
              <a:buAutoNum type="arabicPeriod"/>
            </a:pPr>
            <a:endParaRPr lang="en-US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smtClean="0"/>
              <a:t>2.</a:t>
            </a:r>
            <a:r>
              <a:rPr lang="ru-RU" sz="2400" dirty="0" smtClean="0"/>
              <a:t>Теперь установим </a:t>
            </a:r>
            <a:r>
              <a:rPr lang="en-US" sz="2400" dirty="0" smtClean="0"/>
              <a:t>X11 (</a:t>
            </a:r>
            <a:r>
              <a:rPr lang="ru-RU" sz="2400" dirty="0" smtClean="0"/>
              <a:t>заметим , что мы не используем </a:t>
            </a:r>
            <a:r>
              <a:rPr lang="en-US" sz="2400" dirty="0" err="1" smtClean="0"/>
              <a:t>sudo</a:t>
            </a:r>
            <a:r>
              <a:rPr lang="en-US" sz="2400" dirty="0" smtClean="0"/>
              <a:t> , </a:t>
            </a:r>
            <a:r>
              <a:rPr lang="ru-RU" sz="2400" dirty="0" smtClean="0"/>
              <a:t>так как сидим под </a:t>
            </a:r>
            <a:r>
              <a:rPr lang="en-US" sz="2400" dirty="0" smtClean="0"/>
              <a:t>root) </a:t>
            </a:r>
            <a:r>
              <a:rPr lang="ru-RU" sz="2400" dirty="0" smtClean="0"/>
              <a:t>, для этого воспользуюсь командой </a:t>
            </a:r>
            <a:r>
              <a:rPr lang="en-US" sz="2400" dirty="0" smtClean="0"/>
              <a:t>: 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C00000"/>
                </a:solidFill>
              </a:rPr>
              <a:t>apt install xorg xinit x11-xserver-utils </a:t>
            </a:r>
            <a:r>
              <a:rPr lang="fr-FR" sz="2400" dirty="0" smtClean="0">
                <a:solidFill>
                  <a:srgbClr val="C00000"/>
                </a:solidFill>
              </a:rPr>
              <a:t>–y</a:t>
            </a:r>
          </a:p>
          <a:p>
            <a:pPr marL="0" indent="0"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124744"/>
            <a:ext cx="5332612" cy="1531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06" y="4221088"/>
            <a:ext cx="7170191" cy="2233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458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 smtClean="0"/>
              <a:t>2. Теперь зайдем под правами обычного пользователя , для этого нам нужно написать </a:t>
            </a:r>
            <a:r>
              <a:rPr lang="en-US" sz="2400" dirty="0" smtClean="0"/>
              <a:t>exit </a:t>
            </a:r>
            <a:r>
              <a:rPr lang="ru-RU" sz="2400" dirty="0" smtClean="0"/>
              <a:t>в командной строке . Далее вводим логин и пароль от пользователя , которого мы создали.  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2.5. Установка </a:t>
            </a:r>
            <a:r>
              <a:rPr lang="en-US" sz="2400" dirty="0" err="1" smtClean="0"/>
              <a:t>sudo</a:t>
            </a:r>
            <a:r>
              <a:rPr lang="en-US" sz="2400" dirty="0" smtClean="0"/>
              <a:t> </a:t>
            </a:r>
            <a:r>
              <a:rPr lang="ru-RU" sz="2400" dirty="0" smtClean="0"/>
              <a:t>и выдача прав нашему пользователю </a:t>
            </a:r>
          </a:p>
          <a:p>
            <a:pPr marL="0" indent="0">
              <a:buNone/>
            </a:pPr>
            <a:r>
              <a:rPr lang="ru-RU" sz="2400" dirty="0" smtClean="0"/>
              <a:t>Для этого нам необходимо перейти обратно в </a:t>
            </a:r>
            <a:r>
              <a:rPr lang="en-US" sz="2400" dirty="0" smtClean="0"/>
              <a:t>root , </a:t>
            </a:r>
            <a:r>
              <a:rPr lang="ru-RU" sz="2400" dirty="0" smtClean="0"/>
              <a:t>это можно сделать открыв еще одну консоль </a:t>
            </a:r>
            <a:r>
              <a:rPr lang="en-US" sz="2400" dirty="0" smtClean="0"/>
              <a:t>ctrl+alt+F2 . </a:t>
            </a:r>
            <a:br>
              <a:rPr lang="en-US" sz="2400" dirty="0" smtClean="0"/>
            </a:br>
            <a:r>
              <a:rPr lang="ru-RU" sz="2400" dirty="0" smtClean="0"/>
              <a:t>Далее необходимо написать следующие команды </a:t>
            </a:r>
            <a:r>
              <a:rPr lang="en-US" sz="2400" dirty="0" smtClean="0"/>
              <a:t>: </a:t>
            </a:r>
            <a:br>
              <a:rPr lang="en-US" sz="2400" dirty="0" smtClean="0"/>
            </a:br>
            <a:r>
              <a:rPr lang="ru-RU" sz="2400" dirty="0"/>
              <a:t># 1. </a:t>
            </a:r>
            <a:r>
              <a:rPr lang="ru-RU" sz="2400" dirty="0" smtClean="0"/>
              <a:t>Установка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apt </a:t>
            </a:r>
            <a:r>
              <a:rPr lang="en-US" sz="2400" dirty="0">
                <a:solidFill>
                  <a:srgbClr val="C00000"/>
                </a:solidFill>
              </a:rPr>
              <a:t>install </a:t>
            </a: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-y</a:t>
            </a:r>
          </a:p>
          <a:p>
            <a:pPr marL="0" indent="0">
              <a:buNone/>
            </a:pPr>
            <a:r>
              <a:rPr lang="en-US" sz="2400" dirty="0" smtClean="0"/>
              <a:t># </a:t>
            </a:r>
            <a:r>
              <a:rPr lang="en-US" sz="2400" dirty="0"/>
              <a:t>2. </a:t>
            </a:r>
            <a:r>
              <a:rPr lang="ru-RU" sz="2400" dirty="0"/>
              <a:t>Добавьте пользователя </a:t>
            </a:r>
            <a:r>
              <a:rPr lang="ru-RU" sz="2400" dirty="0" smtClean="0"/>
              <a:t>в </a:t>
            </a:r>
            <a:r>
              <a:rPr lang="ru-RU" sz="2400" dirty="0"/>
              <a:t>группу </a:t>
            </a:r>
            <a:r>
              <a:rPr lang="en-US" sz="2400" dirty="0" err="1"/>
              <a:t>sudo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usermod</a:t>
            </a:r>
            <a:r>
              <a:rPr lang="en-US" sz="2400" dirty="0">
                <a:solidFill>
                  <a:srgbClr val="C00000"/>
                </a:solidFill>
              </a:rPr>
              <a:t> -</a:t>
            </a:r>
            <a:r>
              <a:rPr lang="en-US" sz="2400" dirty="0" err="1">
                <a:solidFill>
                  <a:srgbClr val="C00000"/>
                </a:solidFill>
              </a:rPr>
              <a:t>aG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hans</a:t>
            </a: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 smtClean="0"/>
              <a:t># </a:t>
            </a:r>
            <a:r>
              <a:rPr lang="en-US" sz="2400" dirty="0"/>
              <a:t>3. </a:t>
            </a:r>
            <a:r>
              <a:rPr lang="ru-RU" sz="2400" dirty="0" smtClean="0"/>
              <a:t>Проверка</a:t>
            </a: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C00000"/>
                </a:solidFill>
              </a:rPr>
              <a:t>grep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/</a:t>
            </a:r>
            <a:r>
              <a:rPr lang="en-US" sz="2400" dirty="0" err="1" smtClean="0">
                <a:solidFill>
                  <a:srgbClr val="C00000"/>
                </a:solidFill>
              </a:rPr>
              <a:t>etc</a:t>
            </a:r>
            <a:r>
              <a:rPr lang="en-US" sz="2400" dirty="0" smtClean="0">
                <a:solidFill>
                  <a:srgbClr val="C00000"/>
                </a:solidFill>
              </a:rPr>
              <a:t>/group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ru-RU" sz="2400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24744"/>
            <a:ext cx="735488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770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3. Теперь установим окружение . Я выберу </a:t>
            </a:r>
            <a:r>
              <a:rPr lang="en-US" dirty="0" smtClean="0"/>
              <a:t>i3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apt install i3 i3status i3lock </a:t>
            </a:r>
            <a:r>
              <a:rPr lang="en-US" sz="2400" dirty="0" err="1">
                <a:solidFill>
                  <a:srgbClr val="C00000"/>
                </a:solidFill>
              </a:rPr>
              <a:t>dmenu</a:t>
            </a:r>
            <a:r>
              <a:rPr lang="en-US" sz="2400" dirty="0">
                <a:solidFill>
                  <a:srgbClr val="C00000"/>
                </a:solidFill>
              </a:rPr>
              <a:t> -y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sz="2400" dirty="0" smtClean="0"/>
              <a:t>Теперь установим базовые утилиты </a:t>
            </a:r>
            <a:r>
              <a:rPr lang="en-US" sz="2400" dirty="0" smtClean="0"/>
              <a:t>: 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apt install kitty </a:t>
            </a:r>
            <a:r>
              <a:rPr lang="en-US" sz="2400" dirty="0" err="1">
                <a:solidFill>
                  <a:srgbClr val="C00000"/>
                </a:solidFill>
              </a:rPr>
              <a:t>alacritty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thunar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firefox-esr</a:t>
            </a:r>
            <a:r>
              <a:rPr lang="en-US" sz="2400" dirty="0">
                <a:solidFill>
                  <a:srgbClr val="C00000"/>
                </a:solidFill>
              </a:rPr>
              <a:t> network-manager-gnome </a:t>
            </a:r>
            <a:r>
              <a:rPr lang="en-US" sz="2400" dirty="0" smtClean="0">
                <a:solidFill>
                  <a:srgbClr val="C00000"/>
                </a:solidFill>
              </a:rPr>
              <a:t>fonts-</a:t>
            </a:r>
            <a:r>
              <a:rPr lang="en-US" sz="2400" dirty="0" err="1" smtClean="0">
                <a:solidFill>
                  <a:srgbClr val="C00000"/>
                </a:solidFill>
              </a:rPr>
              <a:t>dejavu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vim </a:t>
            </a:r>
            <a:r>
              <a:rPr lang="en-US" sz="2400" dirty="0" err="1">
                <a:solidFill>
                  <a:srgbClr val="C00000"/>
                </a:solidFill>
              </a:rPr>
              <a:t>htop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pulseaudio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pavucontrol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–y</a:t>
            </a:r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sz="2400" dirty="0" smtClean="0"/>
              <a:t>Следующим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dirty="0" smtClean="0"/>
              <a:t>нашим шагом будет запуск графического окружения </a:t>
            </a:r>
            <a:endParaRPr lang="ru-RU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sudo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apt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install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lightdm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lightdm</a:t>
            </a:r>
            <a:r>
              <a:rPr lang="en-US" sz="2400" dirty="0">
                <a:solidFill>
                  <a:srgbClr val="C00000"/>
                </a:solidFill>
              </a:rPr>
              <a:t>-</a:t>
            </a:r>
            <a:r>
              <a:rPr lang="en-US" sz="2400" dirty="0" err="1">
                <a:solidFill>
                  <a:srgbClr val="C00000"/>
                </a:solidFill>
              </a:rPr>
              <a:t>gtk</a:t>
            </a:r>
            <a:r>
              <a:rPr lang="en-US" sz="2400" dirty="0">
                <a:solidFill>
                  <a:srgbClr val="C00000"/>
                </a:solidFill>
              </a:rPr>
              <a:t>-greeter </a:t>
            </a:r>
            <a:r>
              <a:rPr lang="en-US" sz="2400" dirty="0">
                <a:solidFill>
                  <a:srgbClr val="C00000"/>
                </a:solidFill>
              </a:rPr>
              <a:t>-y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C00000"/>
                </a:solidFill>
              </a:rPr>
              <a:t>sudo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systemctl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enable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lightdm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C00000"/>
                </a:solidFill>
              </a:rPr>
              <a:t>sudo</a:t>
            </a:r>
            <a:r>
              <a:rPr lang="en-US" sz="2400" dirty="0" smtClean="0">
                <a:solidFill>
                  <a:srgbClr val="C00000"/>
                </a:solidFill>
              </a:rPr>
              <a:t> reboot</a:t>
            </a:r>
          </a:p>
          <a:p>
            <a:pPr marL="0" indent="0">
              <a:buNone/>
            </a:pPr>
            <a:endParaRPr lang="ru-RU" sz="2400" dirty="0">
              <a:solidFill>
                <a:srgbClr val="C00000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501008"/>
            <a:ext cx="4392488" cy="3165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9689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Таким образом мы попадаем в нашу новую оболочку .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ru-RU" sz="2400" dirty="0" smtClean="0"/>
              <a:t>Если Вы так же , как и я поставите себе </a:t>
            </a:r>
            <a:r>
              <a:rPr lang="en-US" sz="2400" dirty="0" smtClean="0"/>
              <a:t>i3 , </a:t>
            </a:r>
            <a:r>
              <a:rPr lang="ru-RU" sz="2400" dirty="0" smtClean="0"/>
              <a:t>то будьте готовы к тому , что тут всё сложнее , чем в обычном </a:t>
            </a:r>
            <a:r>
              <a:rPr lang="en-US" sz="2400" dirty="0" err="1" smtClean="0"/>
              <a:t>Debian</a:t>
            </a:r>
            <a:r>
              <a:rPr lang="en-US" sz="2400" dirty="0" smtClean="0"/>
              <a:t> </a:t>
            </a:r>
            <a:r>
              <a:rPr lang="ru-RU" sz="2400" dirty="0" smtClean="0"/>
              <a:t>с </a:t>
            </a:r>
            <a:r>
              <a:rPr lang="en-US" sz="2400" dirty="0" smtClean="0"/>
              <a:t>GNOM3 . </a:t>
            </a:r>
            <a:br>
              <a:rPr lang="en-US" sz="2400" dirty="0" smtClean="0"/>
            </a:br>
            <a:r>
              <a:rPr lang="ru-RU" sz="2400" dirty="0" smtClean="0"/>
              <a:t>Для открытия консоли нажмите </a:t>
            </a:r>
            <a:r>
              <a:rPr lang="en-US" sz="2400" dirty="0" smtClean="0"/>
              <a:t>: Win + Enter </a:t>
            </a:r>
            <a:br>
              <a:rPr lang="en-US" sz="2400" dirty="0" smtClean="0"/>
            </a:br>
            <a:r>
              <a:rPr lang="ru-RU" sz="2400" dirty="0" smtClean="0"/>
              <a:t>Рекомендую сразу скачать </a:t>
            </a:r>
            <a:r>
              <a:rPr lang="en-US" sz="2400" dirty="0" smtClean="0"/>
              <a:t>Midnight </a:t>
            </a:r>
            <a:r>
              <a:rPr lang="en-US" sz="2400" dirty="0" err="1" smtClean="0"/>
              <a:t>Comander</a:t>
            </a:r>
            <a:r>
              <a:rPr lang="en-US" sz="2400" dirty="0" smtClean="0"/>
              <a:t> : </a:t>
            </a:r>
            <a:br>
              <a:rPr lang="en-US" sz="2400" dirty="0" smtClean="0"/>
            </a:br>
            <a:r>
              <a:rPr lang="en-US" sz="2400" dirty="0" err="1" smtClean="0">
                <a:solidFill>
                  <a:srgbClr val="C00000"/>
                </a:solidFill>
              </a:rPr>
              <a:t>sudo</a:t>
            </a:r>
            <a:r>
              <a:rPr lang="en-US" sz="2400" dirty="0" smtClean="0">
                <a:solidFill>
                  <a:srgbClr val="C00000"/>
                </a:solidFill>
              </a:rPr>
              <a:t> apt update</a:t>
            </a: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C00000"/>
                </a:solidFill>
              </a:rPr>
              <a:t>sudo</a:t>
            </a:r>
            <a:r>
              <a:rPr lang="en-US" sz="2400" dirty="0" smtClean="0">
                <a:solidFill>
                  <a:srgbClr val="C00000"/>
                </a:solidFill>
              </a:rPr>
              <a:t> apt –y install mc</a:t>
            </a:r>
          </a:p>
          <a:p>
            <a:pPr marL="0" indent="0">
              <a:buNone/>
            </a:pPr>
            <a:r>
              <a:rPr lang="ru-RU" sz="2400" dirty="0" smtClean="0"/>
              <a:t>Для запуска </a:t>
            </a:r>
            <a:r>
              <a:rPr lang="en-US" sz="2400" dirty="0"/>
              <a:t>Midnight </a:t>
            </a:r>
            <a:r>
              <a:rPr lang="en-US" sz="2400" dirty="0" err="1"/>
              <a:t>Comander</a:t>
            </a:r>
            <a:r>
              <a:rPr lang="en-US" sz="2400" dirty="0"/>
              <a:t> </a:t>
            </a:r>
            <a:r>
              <a:rPr lang="en-US" sz="2400" dirty="0" smtClean="0"/>
              <a:t>: </a:t>
            </a:r>
            <a:r>
              <a:rPr lang="ru-RU" sz="2400" dirty="0" smtClean="0"/>
              <a:t>необходимо ввести </a:t>
            </a:r>
            <a:r>
              <a:rPr lang="en-US" sz="2400" dirty="0" smtClean="0"/>
              <a:t>mc </a:t>
            </a:r>
            <a:r>
              <a:rPr lang="ru-RU" sz="2400" dirty="0" smtClean="0"/>
              <a:t>в терминал </a:t>
            </a:r>
            <a:endParaRPr lang="ru-RU" sz="24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068960"/>
            <a:ext cx="6364835" cy="378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0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Полезные ссылки 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ru-RU" dirty="0"/>
              <a:t>Ш</a:t>
            </a:r>
            <a:r>
              <a:rPr lang="ru-RU" dirty="0" smtClean="0"/>
              <a:t>паргалка с горячими клавишами 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i3wm.org/docs/refcard.html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O</a:t>
            </a:r>
            <a:r>
              <a:rPr lang="ru-RU" dirty="0" err="1" smtClean="0"/>
              <a:t>фициальный</a:t>
            </a:r>
            <a:r>
              <a:rPr lang="ru-RU" dirty="0" smtClean="0"/>
              <a:t> сайт </a:t>
            </a:r>
            <a:r>
              <a:rPr lang="en-US" dirty="0"/>
              <a:t>i3 </a:t>
            </a:r>
            <a:br>
              <a:rPr lang="en-US" dirty="0"/>
            </a:br>
            <a:r>
              <a:rPr lang="en-US" dirty="0">
                <a:hlinkClick r:id="rId3"/>
              </a:rPr>
              <a:t>https://i3wm.org</a:t>
            </a:r>
            <a:r>
              <a:rPr lang="en-US" dirty="0" smtClean="0">
                <a:hlinkClick r:id="rId3"/>
              </a:rPr>
              <a:t>/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smtClean="0"/>
              <a:t>Wiki : </a:t>
            </a:r>
            <a:br>
              <a:rPr lang="en-US" dirty="0" smtClean="0"/>
            </a:br>
            <a:r>
              <a:rPr lang="en-US" dirty="0">
                <a:hlinkClick r:id="rId4"/>
              </a:rPr>
              <a:t>https://wiki.archlinux.org/title/I3_(</a:t>
            </a:r>
            <a:r>
              <a:rPr lang="ru-RU" dirty="0">
                <a:hlinkClick r:id="rId4"/>
              </a:rPr>
              <a:t>Русский</a:t>
            </a:r>
            <a:r>
              <a:rPr lang="ru-RU" dirty="0" smtClean="0">
                <a:hlinkClick r:id="rId4"/>
              </a:rPr>
              <a:t>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067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453</Words>
  <Application>Microsoft Office PowerPoint</Application>
  <PresentationFormat>Экран (4:3)</PresentationFormat>
  <Paragraphs>147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Установка и настройка Debian netinst</vt:lpstr>
      <vt:lpstr>1. Установка iso-образа</vt:lpstr>
      <vt:lpstr>2.Работа с Virtual Box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Настройка Debian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настройка Debian netinst</dc:title>
  <dc:creator>Никита Вологжанин</dc:creator>
  <cp:lastModifiedBy>Никита Вологжанин</cp:lastModifiedBy>
  <cp:revision>17</cp:revision>
  <dcterms:created xsi:type="dcterms:W3CDTF">2026-01-17T10:20:59Z</dcterms:created>
  <dcterms:modified xsi:type="dcterms:W3CDTF">2026-01-17T15:44:07Z</dcterms:modified>
</cp:coreProperties>
</file>
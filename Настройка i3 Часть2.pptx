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135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ciiart.eu/" TargetMode="External"/><Relationship Id="rId2" Type="http://schemas.openxmlformats.org/officeDocument/2006/relationships/hyperlink" Target="https://steamcommunity.com/sharedfiles/filedetails?id=303070856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rbit-tau.vercel.app/#generato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adamchalmers.com/kitty-terminal-config/" TargetMode="External"/><Relationship Id="rId2" Type="http://schemas.openxmlformats.org/officeDocument/2006/relationships/hyperlink" Target="https://itsfoss.com/kitty-customiza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" y="-1"/>
            <a:ext cx="9136101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9749" y="4437112"/>
            <a:ext cx="7772400" cy="1470025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</a:rPr>
              <a:t>Настройка </a:t>
            </a:r>
            <a:r>
              <a:rPr lang="en-US" b="1" dirty="0" smtClean="0">
                <a:solidFill>
                  <a:schemeClr val="bg1"/>
                </a:solidFill>
              </a:rPr>
              <a:t>i3 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ru-RU" b="1" dirty="0" smtClean="0">
                <a:solidFill>
                  <a:schemeClr val="bg1"/>
                </a:solidFill>
              </a:rPr>
              <a:t>Часть 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4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Настройка терминала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Настроим базовый вывод системы . Для этого установим </a:t>
            </a:r>
            <a:r>
              <a:rPr lang="en-US" dirty="0" err="1" smtClean="0"/>
              <a:t>fastfetch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sudo</a:t>
            </a:r>
            <a:r>
              <a:rPr lang="en-US" dirty="0" smtClean="0"/>
              <a:t> apt install </a:t>
            </a:r>
            <a:r>
              <a:rPr lang="en-US" dirty="0" err="1" smtClean="0"/>
              <a:t>fastfetch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Далее перейдем в его </a:t>
            </a:r>
            <a:r>
              <a:rPr lang="ru-RU" dirty="0" err="1" smtClean="0"/>
              <a:t>конфиг</a:t>
            </a:r>
            <a:r>
              <a:rPr lang="ru-RU" dirty="0" smtClean="0"/>
              <a:t> и добавим его вызов </a:t>
            </a:r>
          </a:p>
          <a:p>
            <a:pPr marL="0" indent="0">
              <a:buNone/>
            </a:pPr>
            <a:r>
              <a:rPr lang="en-US" dirty="0" err="1" smtClean="0"/>
              <a:t>nano</a:t>
            </a:r>
            <a:r>
              <a:rPr lang="en-US" dirty="0" smtClean="0"/>
              <a:t> ~/.</a:t>
            </a:r>
            <a:r>
              <a:rPr lang="en-US" dirty="0" err="1" smtClean="0"/>
              <a:t>bashrc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Попадаем в следующее окно</a:t>
            </a:r>
          </a:p>
          <a:p>
            <a:pPr marL="0" indent="0">
              <a:buNone/>
            </a:pPr>
            <a:r>
              <a:rPr lang="ru-RU" dirty="0" smtClean="0"/>
              <a:t>Листаем в самый низ и </a:t>
            </a:r>
            <a:r>
              <a:rPr lang="ru-RU" sz="2800" dirty="0" smtClean="0"/>
              <a:t>пишем</a:t>
            </a:r>
          </a:p>
          <a:p>
            <a:pPr marL="0" indent="0">
              <a:buNone/>
            </a:pPr>
            <a:r>
              <a:rPr lang="en-US" sz="2800" dirty="0" err="1" smtClean="0"/>
              <a:t>Fastfetch</a:t>
            </a:r>
            <a:endParaRPr lang="en-US" sz="2800" dirty="0" smtClean="0"/>
          </a:p>
          <a:p>
            <a:pPr marL="0" indent="0">
              <a:buNone/>
            </a:pPr>
            <a:r>
              <a:rPr lang="ru-RU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780928"/>
            <a:ext cx="3804866" cy="288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9" y="5013176"/>
            <a:ext cx="4572000" cy="1413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559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Для того чтобы наши изменения применились , нам необходимо выполнить следующую команду 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source ~/.</a:t>
            </a:r>
            <a:r>
              <a:rPr lang="en-US" dirty="0" err="1" smtClean="0"/>
              <a:t>bashrc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Теперь для того чтобы поменять логотип </a:t>
            </a:r>
            <a:r>
              <a:rPr lang="en-US" dirty="0" err="1" smtClean="0"/>
              <a:t>debian</a:t>
            </a:r>
            <a:r>
              <a:rPr lang="en-US" dirty="0" smtClean="0"/>
              <a:t> </a:t>
            </a:r>
            <a:r>
              <a:rPr lang="ru-RU" dirty="0" smtClean="0"/>
              <a:t>на любое другое изображение нам необходимо написать скрипт перевода изображения в </a:t>
            </a:r>
            <a:r>
              <a:rPr lang="en-US" dirty="0" err="1" smtClean="0"/>
              <a:t>ascii</a:t>
            </a:r>
            <a:r>
              <a:rPr lang="en-US" dirty="0" smtClean="0"/>
              <a:t>-art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Можно воспользоваться готовыми 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steamcommunity.com/sharedfiles/filedetails?id=3030708568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3"/>
              </a:rPr>
              <a:t>https://www.asciiart.eu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https://orbit-tau.vercel.app/#</a:t>
            </a:r>
            <a:r>
              <a:rPr lang="en-US" dirty="0" smtClean="0">
                <a:hlinkClick r:id="rId4"/>
              </a:rPr>
              <a:t>generator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93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Простой путь для слабаков , поэтому мы всё сделаем сами . Для этого 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1. </a:t>
            </a:r>
            <a:r>
              <a:rPr lang="ru-RU" dirty="0" smtClean="0"/>
              <a:t>Открываем </a:t>
            </a:r>
            <a:r>
              <a:rPr lang="en-US" dirty="0" err="1" smtClean="0"/>
              <a:t>VSCode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ru-RU" dirty="0" smtClean="0"/>
              <a:t>Создаем папку для нашего проекта </a:t>
            </a:r>
            <a:r>
              <a:rPr lang="en-US" dirty="0" err="1" smtClean="0"/>
              <a:t>mkdir</a:t>
            </a:r>
            <a:r>
              <a:rPr lang="en-US" dirty="0" smtClean="0"/>
              <a:t> project</a:t>
            </a:r>
          </a:p>
          <a:p>
            <a:pPr marL="0" indent="0">
              <a:buNone/>
            </a:pPr>
            <a:r>
              <a:rPr lang="en-US" dirty="0" smtClean="0"/>
              <a:t>cd home/</a:t>
            </a:r>
            <a:r>
              <a:rPr lang="en-US" dirty="0" err="1" smtClean="0"/>
              <a:t>hansi</a:t>
            </a:r>
            <a:r>
              <a:rPr lang="en-US" dirty="0" smtClean="0"/>
              <a:t>/project</a:t>
            </a:r>
          </a:p>
          <a:p>
            <a:pPr marL="0" indent="0">
              <a:buNone/>
            </a:pPr>
            <a:r>
              <a:rPr lang="en-US" dirty="0" err="1"/>
              <a:t>n</a:t>
            </a:r>
            <a:r>
              <a:rPr lang="en-US" dirty="0" err="1" smtClean="0"/>
              <a:t>ano</a:t>
            </a:r>
            <a:r>
              <a:rPr lang="en-US" dirty="0" smtClean="0"/>
              <a:t> main.py</a:t>
            </a:r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ru-RU" dirty="0" smtClean="0"/>
              <a:t>Теперь создадим окружение в </a:t>
            </a:r>
            <a:r>
              <a:rPr lang="en-US" dirty="0" err="1" smtClean="0"/>
              <a:t>vscode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ru-RU" dirty="0" smtClean="0"/>
              <a:t>Откроем терминал в </a:t>
            </a:r>
            <a:r>
              <a:rPr lang="en-US" dirty="0" err="1" smtClean="0"/>
              <a:t>vscode</a:t>
            </a:r>
            <a:r>
              <a:rPr lang="en-US" dirty="0" smtClean="0"/>
              <a:t> </a:t>
            </a:r>
            <a:r>
              <a:rPr lang="ru-RU" dirty="0" smtClean="0"/>
              <a:t>и в терминале напишем 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python3 –m </a:t>
            </a:r>
            <a:r>
              <a:rPr lang="en-US" dirty="0" err="1" smtClean="0"/>
              <a:t>venv</a:t>
            </a:r>
            <a:r>
              <a:rPr lang="en-US" dirty="0" smtClean="0"/>
              <a:t> </a:t>
            </a:r>
            <a:r>
              <a:rPr lang="en-US" dirty="0" err="1" smtClean="0"/>
              <a:t>venv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ource </a:t>
            </a:r>
            <a:r>
              <a:rPr lang="en-US" dirty="0" err="1" smtClean="0"/>
              <a:t>venv</a:t>
            </a:r>
            <a:r>
              <a:rPr lang="en-US" dirty="0" smtClean="0"/>
              <a:t>/bin/activate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118" y="4365104"/>
            <a:ext cx="4658904" cy="2350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866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Далее перенесем код проекта в </a:t>
            </a:r>
            <a:r>
              <a:rPr lang="en-US" dirty="0" err="1" smtClean="0"/>
              <a:t>vscode</a:t>
            </a:r>
            <a:r>
              <a:rPr lang="en-US" dirty="0" smtClean="0"/>
              <a:t>(</a:t>
            </a:r>
            <a:r>
              <a:rPr lang="ru-RU" dirty="0" smtClean="0"/>
              <a:t>на сетевом диске) </a:t>
            </a:r>
          </a:p>
          <a:p>
            <a:pPr marL="0" indent="0">
              <a:buNone/>
            </a:pPr>
            <a:r>
              <a:rPr lang="ru-RU" dirty="0" smtClean="0"/>
              <a:t>Так же нам нужно установить библиотеку </a:t>
            </a:r>
            <a:r>
              <a:rPr lang="en-US" dirty="0" smtClean="0"/>
              <a:t>Pillow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dirty="0" smtClean="0"/>
              <a:t>ip install Pillow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ru-RU" dirty="0" smtClean="0"/>
              <a:t>Подготовим картинку . Заходим в браузер и скачиваем картинку </a:t>
            </a:r>
          </a:p>
          <a:p>
            <a:pPr marL="0" indent="0">
              <a:buNone/>
            </a:pPr>
            <a:r>
              <a:rPr lang="ru-RU" dirty="0" smtClean="0"/>
              <a:t>После скачивания картинку необходимо перенести в папку с кодом </a:t>
            </a:r>
          </a:p>
          <a:p>
            <a:pPr marL="0" indent="0">
              <a:buNone/>
            </a:pPr>
            <a:r>
              <a:rPr lang="en-US" sz="2800" dirty="0"/>
              <a:t>m</a:t>
            </a:r>
            <a:r>
              <a:rPr lang="en-US" sz="2800" dirty="0" smtClean="0"/>
              <a:t>v /home/</a:t>
            </a:r>
            <a:r>
              <a:rPr lang="en-US" sz="2800" dirty="0" err="1" smtClean="0"/>
              <a:t>hamsi</a:t>
            </a:r>
            <a:r>
              <a:rPr lang="en-US" sz="2800" dirty="0" smtClean="0"/>
              <a:t>/</a:t>
            </a:r>
            <a:r>
              <a:rPr lang="ru-RU" sz="2800" dirty="0" smtClean="0"/>
              <a:t>Загрузки</a:t>
            </a:r>
            <a:r>
              <a:rPr lang="en-US" sz="2800" dirty="0" smtClean="0"/>
              <a:t>/pac.png /home/</a:t>
            </a:r>
            <a:r>
              <a:rPr lang="en-US" sz="2800" dirty="0" err="1" smtClean="0"/>
              <a:t>hansi</a:t>
            </a:r>
            <a:r>
              <a:rPr lang="en-US" sz="2800" dirty="0" smtClean="0"/>
              <a:t>/project</a:t>
            </a:r>
          </a:p>
          <a:p>
            <a:pPr marL="0" indent="0">
              <a:buNone/>
            </a:pPr>
            <a:r>
              <a:rPr lang="en-US" sz="2400" dirty="0" smtClean="0"/>
              <a:t>5. </a:t>
            </a:r>
            <a:r>
              <a:rPr lang="ru-RU" dirty="0" smtClean="0"/>
              <a:t>Для запуска кода в терминал </a:t>
            </a:r>
            <a:r>
              <a:rPr lang="en-US" dirty="0" err="1" smtClean="0"/>
              <a:t>VsCode</a:t>
            </a:r>
            <a:r>
              <a:rPr lang="en-US" dirty="0" smtClean="0"/>
              <a:t> </a:t>
            </a:r>
            <a:r>
              <a:rPr lang="ru-RU" dirty="0" smtClean="0"/>
              <a:t>нужно прописать одну из следующих команд 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35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# Обычное преобразование, файл сохранится в папке скрипта</a:t>
            </a:r>
          </a:p>
          <a:p>
            <a:pPr marL="0" indent="0">
              <a:buNone/>
            </a:pPr>
            <a:r>
              <a:rPr lang="en-US" sz="2400" dirty="0"/>
              <a:t>python3 </a:t>
            </a:r>
            <a:r>
              <a:rPr lang="en-US" sz="2400" dirty="0" smtClean="0"/>
              <a:t>main.py pac.png </a:t>
            </a:r>
            <a:r>
              <a:rPr lang="en-US" sz="2400" dirty="0"/>
              <a:t>-o my_logo.txt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# </a:t>
            </a:r>
            <a:r>
              <a:rPr lang="ru-RU" sz="2400" dirty="0"/>
              <a:t>Сначала уменьшить изображение в 2 раза, затем сделать </a:t>
            </a:r>
            <a:r>
              <a:rPr lang="en-US" sz="2400" dirty="0"/>
              <a:t>ASCII </a:t>
            </a:r>
            <a:r>
              <a:rPr lang="ru-RU" sz="2400" dirty="0"/>
              <a:t>шириной 100 символов</a:t>
            </a:r>
          </a:p>
          <a:p>
            <a:pPr marL="0" indent="0">
              <a:buNone/>
            </a:pPr>
            <a:r>
              <a:rPr lang="en-US" sz="2400" dirty="0" smtClean="0"/>
              <a:t>Python3 main.py pac.png </a:t>
            </a:r>
            <a:r>
              <a:rPr lang="en-US" sz="2400" dirty="0"/>
              <a:t>--scale 0.5 -w 100 -o logo.txt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# </a:t>
            </a:r>
            <a:r>
              <a:rPr lang="ru-RU" sz="2400" dirty="0"/>
              <a:t>Вписать в границы 400</a:t>
            </a:r>
            <a:r>
              <a:rPr lang="en-US" sz="2400" dirty="0"/>
              <a:t>x300, </a:t>
            </a:r>
            <a:r>
              <a:rPr lang="ru-RU" sz="2400" dirty="0"/>
              <a:t>инвертировать цвета</a:t>
            </a:r>
          </a:p>
          <a:p>
            <a:pPr marL="0" indent="0">
              <a:buNone/>
            </a:pPr>
            <a:r>
              <a:rPr lang="en-US" sz="2400" dirty="0"/>
              <a:t>python3 </a:t>
            </a:r>
            <a:r>
              <a:rPr lang="en-US" sz="2400" dirty="0" smtClean="0"/>
              <a:t>main.py pac.png </a:t>
            </a:r>
            <a:r>
              <a:rPr lang="en-US" sz="2400" dirty="0"/>
              <a:t>--max-dim 400x300 -i -o output/logo.txt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36023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065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Теперь у нас есть </a:t>
            </a:r>
            <a:r>
              <a:rPr lang="en-US" dirty="0" smtClean="0"/>
              <a:t>logo.txt </a:t>
            </a:r>
            <a:r>
              <a:rPr lang="ru-RU" dirty="0" smtClean="0"/>
              <a:t>с нашей картинкой осталось только установить её . </a:t>
            </a:r>
            <a:br>
              <a:rPr lang="ru-RU" dirty="0" smtClean="0"/>
            </a:br>
            <a:r>
              <a:rPr lang="ru-RU" dirty="0" smtClean="0"/>
              <a:t>Для этого 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err="1" smtClean="0"/>
              <a:t>mkdir</a:t>
            </a:r>
            <a:r>
              <a:rPr lang="en-US" dirty="0" smtClean="0"/>
              <a:t> –p ~/.</a:t>
            </a:r>
            <a:r>
              <a:rPr lang="en-US" dirty="0" err="1" smtClean="0"/>
              <a:t>config</a:t>
            </a:r>
            <a:r>
              <a:rPr lang="en-US" dirty="0" smtClean="0"/>
              <a:t>/</a:t>
            </a:r>
            <a:r>
              <a:rPr lang="en-US" dirty="0" err="1" smtClean="0"/>
              <a:t>fastfetch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0" y="2132856"/>
            <a:ext cx="486727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630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Создание скриншотов в </a:t>
            </a:r>
            <a:r>
              <a:rPr lang="en-US" dirty="0" smtClean="0"/>
              <a:t>i3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Для того , чтобы сделать скриншот необходимо установить библиотеку </a:t>
            </a:r>
            <a:r>
              <a:rPr lang="en-US" dirty="0" err="1" smtClean="0"/>
              <a:t>flameshot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apt install </a:t>
            </a:r>
            <a:r>
              <a:rPr lang="en-US" dirty="0" err="1" smtClean="0"/>
              <a:t>flameshot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Создадим директорию для скриншотов </a:t>
            </a:r>
            <a:br>
              <a:rPr lang="ru-RU" dirty="0" smtClean="0"/>
            </a:br>
            <a:r>
              <a:rPr lang="en-US" dirty="0" err="1" smtClean="0"/>
              <a:t>mkdir</a:t>
            </a:r>
            <a:r>
              <a:rPr lang="en-US" dirty="0" smtClean="0"/>
              <a:t> Pictures </a:t>
            </a:r>
          </a:p>
          <a:p>
            <a:pPr marL="0" indent="0">
              <a:buNone/>
            </a:pPr>
            <a:r>
              <a:rPr lang="ru-RU" dirty="0" smtClean="0"/>
              <a:t>Перейдем в </a:t>
            </a:r>
            <a:r>
              <a:rPr lang="ru-RU" dirty="0" err="1" smtClean="0"/>
              <a:t>конфиг</a:t>
            </a:r>
            <a:r>
              <a:rPr lang="ru-RU" dirty="0" smtClean="0"/>
              <a:t> </a:t>
            </a:r>
            <a:r>
              <a:rPr lang="en-US" dirty="0" smtClean="0"/>
              <a:t>i3</a:t>
            </a:r>
          </a:p>
          <a:p>
            <a:pPr marL="0" indent="0">
              <a:buNone/>
            </a:pPr>
            <a:r>
              <a:rPr lang="en-US" dirty="0" err="1"/>
              <a:t>n</a:t>
            </a:r>
            <a:r>
              <a:rPr lang="en-US" dirty="0" err="1" smtClean="0"/>
              <a:t>ano</a:t>
            </a:r>
            <a:r>
              <a:rPr lang="en-US" dirty="0" smtClean="0"/>
              <a:t> ~/.</a:t>
            </a:r>
            <a:r>
              <a:rPr lang="en-US" dirty="0" err="1" smtClean="0"/>
              <a:t>config</a:t>
            </a:r>
            <a:r>
              <a:rPr lang="en-US" dirty="0" smtClean="0"/>
              <a:t>/i3/</a:t>
            </a:r>
            <a:r>
              <a:rPr lang="en-US" dirty="0" err="1" smtClean="0"/>
              <a:t>config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Теперь при нажатии </a:t>
            </a:r>
            <a:r>
              <a:rPr lang="en-US" dirty="0" smtClean="0"/>
              <a:t>Win + </a:t>
            </a:r>
            <a:r>
              <a:rPr lang="en-US" dirty="0" err="1" smtClean="0"/>
              <a:t>PrtScr</a:t>
            </a:r>
            <a:r>
              <a:rPr lang="ru-RU" dirty="0"/>
              <a:t> </a:t>
            </a:r>
            <a:r>
              <a:rPr lang="ru-RU" dirty="0" smtClean="0"/>
              <a:t>мы делаем скриншот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653136"/>
            <a:ext cx="4858540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60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086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35647"/>
            <a:ext cx="8229600" cy="800351"/>
          </a:xfrm>
        </p:spPr>
        <p:txBody>
          <a:bodyPr/>
          <a:lstStyle/>
          <a:p>
            <a:r>
              <a:rPr lang="ru-RU" dirty="0" smtClean="0"/>
              <a:t>Настройка </a:t>
            </a:r>
            <a:r>
              <a:rPr lang="en-US" dirty="0" smtClean="0"/>
              <a:t>kitty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 smtClean="0"/>
              <a:t>Шрифты . Просмотр доступных шрифтов 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kitty +</a:t>
            </a:r>
            <a:r>
              <a:rPr lang="en-US" dirty="0" smtClean="0"/>
              <a:t>list-fonts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ru-RU" dirty="0" smtClean="0"/>
              <a:t>Теперь перейдем в сам </a:t>
            </a:r>
            <a:r>
              <a:rPr lang="ru-RU" dirty="0" err="1" smtClean="0"/>
              <a:t>конфиг</a:t>
            </a:r>
            <a:r>
              <a:rPr lang="ru-RU" dirty="0" smtClean="0"/>
              <a:t> </a:t>
            </a:r>
            <a:r>
              <a:rPr lang="en-US" dirty="0" smtClean="0"/>
              <a:t>kitty</a:t>
            </a:r>
          </a:p>
          <a:p>
            <a:pPr marL="0" indent="0">
              <a:buNone/>
            </a:pPr>
            <a:r>
              <a:rPr lang="en-US" dirty="0" smtClean="0"/>
              <a:t>Nano ~/.</a:t>
            </a:r>
            <a:r>
              <a:rPr lang="en-US" dirty="0" err="1" smtClean="0"/>
              <a:t>config</a:t>
            </a:r>
            <a:r>
              <a:rPr lang="en-US" dirty="0" smtClean="0"/>
              <a:t>/kitty/</a:t>
            </a:r>
            <a:r>
              <a:rPr lang="en-US" dirty="0" err="1" smtClean="0"/>
              <a:t>kitty.conf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916831"/>
            <a:ext cx="9180512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65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Устанавливаем шрифты </a:t>
            </a:r>
          </a:p>
          <a:p>
            <a:pPr marL="0" indent="0">
              <a:buNone/>
            </a:pPr>
            <a:r>
              <a:rPr lang="ru-RU" dirty="0" smtClean="0"/>
              <a:t>Меняем курсор </a:t>
            </a:r>
          </a:p>
          <a:p>
            <a:pPr marL="0" indent="0">
              <a:buNone/>
            </a:pPr>
            <a:r>
              <a:rPr lang="ru-RU" dirty="0" smtClean="0"/>
              <a:t>Задаем отступ для текста внутри терминала </a:t>
            </a:r>
          </a:p>
          <a:p>
            <a:pPr marL="0" indent="0">
              <a:buNone/>
            </a:pPr>
            <a:r>
              <a:rPr lang="ru-RU" dirty="0" smtClean="0"/>
              <a:t>Отключаем подтверждение закрытия окна в </a:t>
            </a:r>
            <a:r>
              <a:rPr lang="en-US" dirty="0" smtClean="0"/>
              <a:t>kitty</a:t>
            </a:r>
          </a:p>
          <a:p>
            <a:pPr marL="0" indent="0">
              <a:buNone/>
            </a:pPr>
            <a:r>
              <a:rPr lang="ru-RU" dirty="0" smtClean="0"/>
              <a:t>Устанавливаем оболочку </a:t>
            </a:r>
            <a:r>
              <a:rPr lang="en-US" dirty="0" smtClean="0"/>
              <a:t>fish</a:t>
            </a:r>
            <a:endParaRPr lang="ru-RU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28925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518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Теперь установим </a:t>
            </a:r>
            <a:r>
              <a:rPr lang="en-US" dirty="0" smtClean="0"/>
              <a:t>fish 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apt install fish –y</a:t>
            </a:r>
          </a:p>
          <a:p>
            <a:pPr marL="0" indent="0">
              <a:buNone/>
            </a:pPr>
            <a:r>
              <a:rPr lang="ru-RU" dirty="0" smtClean="0"/>
              <a:t>Поставим </a:t>
            </a:r>
            <a:r>
              <a:rPr lang="en-US" dirty="0" smtClean="0"/>
              <a:t>fish </a:t>
            </a:r>
            <a:r>
              <a:rPr lang="ru-RU" dirty="0" smtClean="0"/>
              <a:t>оболочкой для всех терминалов </a:t>
            </a:r>
          </a:p>
          <a:p>
            <a:pPr marL="0" indent="0">
              <a:buNone/>
            </a:pPr>
            <a:r>
              <a:rPr lang="en-US" dirty="0" err="1"/>
              <a:t>c</a:t>
            </a:r>
            <a:r>
              <a:rPr lang="en-US" dirty="0" err="1" smtClean="0"/>
              <a:t>hsh</a:t>
            </a:r>
            <a:r>
              <a:rPr lang="en-US" dirty="0" smtClean="0"/>
              <a:t> –s /bin/fish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 smtClean="0"/>
              <a:t>Рекомендуется прочитать 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hlinkClick r:id="rId2"/>
              </a:rPr>
              <a:t>https://itsfoss.com/kitty-customization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https://blog.adamchalmers.com/kitty-terminal-config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https://www.youtube.com/watch?v=UzWOX7-Tye8&amp;t=514s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5361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247</Words>
  <Application>Microsoft Office PowerPoint</Application>
  <PresentationFormat>Экран (4:3)</PresentationFormat>
  <Paragraphs>75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Настройка i3  Часть 2</vt:lpstr>
      <vt:lpstr>Настройка терминала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Создание скриншотов в i3</vt:lpstr>
      <vt:lpstr>Презентация PowerPoint</vt:lpstr>
      <vt:lpstr>Настройка kitty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i3  Часть 2</dc:title>
  <dc:creator>Никита Вологжанин</dc:creator>
  <cp:lastModifiedBy>Вологжанин Никита Андреевич</cp:lastModifiedBy>
  <cp:revision>9</cp:revision>
  <dcterms:created xsi:type="dcterms:W3CDTF">2026-04-01T19:05:21Z</dcterms:created>
  <dcterms:modified xsi:type="dcterms:W3CDTF">2026-04-03T06:23:01Z</dcterms:modified>
</cp:coreProperties>
</file>